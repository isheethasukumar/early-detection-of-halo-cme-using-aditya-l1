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BAH 2026 - PS15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&amp; Nowcasting of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Flares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Aditya-L1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| Problem Statement 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Solar Flares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Satellite interference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 &amp; navigation issues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grid failures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Telecom disruptions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356616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alerts provide limited lead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880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 real-time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15-30 min 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2024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SoLEX + HELIOS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flare signals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2024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approach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463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SoLEX Level-1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HELIOS Level-1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GOES Catalog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Magnetograms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Sunspot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1-minute 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Soft &amp; Hard X-ray bands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24/7 continuous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Pre-labeled flare events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34440" cy="10058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737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73352" y="1371600"/>
            <a:ext cx="1234440" cy="10058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1719072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07792" y="1737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72384" y="1371600"/>
            <a:ext cx="1234440" cy="10058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3118104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06824" y="1737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71416" y="1371600"/>
            <a:ext cx="1234440" cy="10058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05856" y="1737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0448" y="1371600"/>
            <a:ext cx="1234440" cy="10058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5916168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04888" y="1737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371600"/>
            <a:ext cx="1234440" cy="10058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4630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Processed dataset with engineered features ready for ML pipeline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3200400" cy="438912"/>
          </a:xfrm>
          <a:prstGeom prst="rect">
            <a:avLst/>
          </a:prstGeom>
          <a:solidFill>
            <a:srgbClr val="0066CC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234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(Baseline)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" y="16459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10512"/>
            <a:ext cx="3200400" cy="438912"/>
          </a:xfrm>
          <a:prstGeom prst="rect">
            <a:avLst/>
          </a:prstGeom>
          <a:solidFill>
            <a:srgbClr val="0066CC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562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(Tabular)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2677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32304"/>
            <a:ext cx="3200400" cy="438912"/>
          </a:xfrm>
          <a:prstGeom prst="rect">
            <a:avLst/>
          </a:prstGeom>
          <a:solidFill>
            <a:srgbClr val="0066CC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78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(Temporal)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8895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3200400" cy="438912"/>
          </a:xfrm>
          <a:prstGeom prst="rect">
            <a:avLst/>
          </a:prstGeom>
          <a:solidFill>
            <a:srgbClr val="0066CC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998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(Anomaly)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511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75888"/>
            <a:ext cx="3200400" cy="438912"/>
          </a:xfrm>
          <a:prstGeom prst="rect">
            <a:avLst/>
          </a:prstGeom>
          <a:solidFill>
            <a:srgbClr val="0066CC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216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(Stacking)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389120"/>
            <a:ext cx="3200400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434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Ensemble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28600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898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280160"/>
            <a:ext cx="228600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3898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492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280160"/>
            <a:ext cx="228600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3898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938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286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529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2743200"/>
            <a:ext cx="2286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28529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2286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8529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flare detection with minimal latency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188720"/>
            <a:ext cx="20116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070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377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15-30 minute lead time ahead of flare onset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201168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070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class prediction (A/B/C/M/X)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188720"/>
            <a:ext cx="20116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070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and uncertainty metrics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00400" cy="6858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Rare X-Class Events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9476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4389120" cy="685800"/>
          </a:xfrm>
          <a:prstGeom prst="rect">
            <a:avLst/>
          </a:prstGeom>
          <a:solidFill>
            <a:srgbClr val="E6F2FF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3716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Class weights &amp; SMOTE oversampling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200400" cy="6858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Missing Data Gaps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94760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4389120" cy="685800"/>
          </a:xfrm>
          <a:prstGeom prst="rect">
            <a:avLst/>
          </a:prstGeom>
          <a:solidFill>
            <a:srgbClr val="E6F2FF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86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Interpolation &amp; forward-fill techniques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200400" cy="6858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Dynamic Range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3291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4389120" cy="685800"/>
          </a:xfrm>
          <a:prstGeom prst="rect">
            <a:avLst/>
          </a:prstGeom>
          <a:solidFill>
            <a:srgbClr val="E6F2FF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200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Log normalization for X-ray flux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Viz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architectures for sequence modeling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for scientific interpretability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with continuous model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integration with space agencies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Multi-wavelength data fusion for improved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Advancing Solar Flare Prediction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early warning for space weather events using Aditya-L1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 |  15-30 Min Forecast  |  ML-Powered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BAH 2026 | PS15 | Solar Flare Forecasting with Aditya-L1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2026-06-26T15:14:52Z</dcterms:created>
  <dcterms:modified xsi:type="dcterms:W3CDTF">2026-06-26T15:14:52Z</dcterms:modified>
</cp:coreProperties>
</file>