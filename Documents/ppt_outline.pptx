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ISRO BAH 2026 - PS15</a:t>
            </a:r>
          </a:p>
          <a:p>
            <a:r>
              <a:t>Forecasting &amp; Nowcasting of Solar Flares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Team Name:</a:t>
            </a:r>
            <a:br/>
            <a:r>
              <a:t>Problem Statement 15</a:t>
            </a:r>
            <a:br/>
            <a:r>
              <a:t>Forecasting/Nowcasting of Solar Flares using Aditya-L1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• Solar flares affect satellites, GPS and power grids.</a:t>
            </a:r>
            <a:br/>
            <a:r>
              <a:t>• Existing alerts have limited lead time.</a:t>
            </a:r>
            <a:br/>
            <a:r>
              <a:t>• Objective: Detect flares in real time and forecast them 15–30 minutes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• Fuse SoLEX (Soft X-ray) and HELIOS (Hard X-ray).</a:t>
            </a:r>
            <a:br/>
            <a:r>
              <a:t>• Detect flare precursors.</a:t>
            </a:r>
            <a:br/>
            <a:r>
              <a:t>• Hybrid ML ensemble for accurate prediction.</a:t>
            </a:r>
            <a:br/>
            <a:r>
              <a:t>• Real-time dashboard with probability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Primary:</a:t>
            </a:r>
            <a:br/>
            <a:r>
              <a:t>• SoLEX Level-1</a:t>
            </a:r>
            <a:br/>
            <a:r>
              <a:t>• HELIOS Level-1</a:t>
            </a:r>
            <a:br/>
            <a:br/>
            <a:r>
              <a:t>Supplementary:</a:t>
            </a:r>
            <a:br/>
            <a:r>
              <a:t>• GOES flare catalog</a:t>
            </a:r>
            <a:br/>
            <a:r>
              <a:t>• Magnetograms</a:t>
            </a:r>
            <a:br/>
            <a:r>
              <a:t>• Sunspot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1. Timestamp Synchronization</a:t>
            </a:r>
            <a:br/>
            <a:r>
              <a:t>2. Missing value interpolation</a:t>
            </a:r>
            <a:br/>
            <a:r>
              <a:t>3. Noise filtering</a:t>
            </a:r>
            <a:br/>
            <a:r>
              <a:t>4. Log normalization</a:t>
            </a:r>
            <a:br/>
            <a:r>
              <a:t>5. Feature engineering</a:t>
            </a:r>
            <a:br/>
            <a:r>
              <a:t>6. Sliding window creation</a:t>
            </a:r>
            <a:br/>
            <a:r>
              <a:t>7. Label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Random Forest (Baseline)</a:t>
            </a:r>
            <a:br/>
            <a:r>
              <a:t>↓</a:t>
            </a:r>
            <a:br/>
            <a:r>
              <a:t>XGBoost (Tabular learning)</a:t>
            </a:r>
            <a:br/>
            <a:r>
              <a:t>↓</a:t>
            </a:r>
            <a:br/>
            <a:r>
              <a:t>LSTM (Temporal learning)</a:t>
            </a:r>
            <a:br/>
            <a:r>
              <a:t>↓</a:t>
            </a:r>
            <a:br/>
            <a:r>
              <a:t>Isolation Forest (Anomaly)</a:t>
            </a:r>
            <a:br/>
            <a:r>
              <a:t>↓</a:t>
            </a:r>
            <a:br/>
            <a:r>
              <a:t>Logistic Regression Stacking</a:t>
            </a:r>
            <a:br/>
            <a:r>
              <a:t>↓</a:t>
            </a:r>
            <a:br/>
            <a:r>
              <a:t>Final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SoLEX + HELIOS</a:t>
            </a:r>
            <a:br/>
            <a:r>
              <a:t>↓</a:t>
            </a:r>
            <a:br/>
            <a:r>
              <a:t>Preprocessing</a:t>
            </a:r>
            <a:br/>
            <a:r>
              <a:t>↓</a:t>
            </a:r>
            <a:br/>
            <a:r>
              <a:t>Feature Engineering</a:t>
            </a:r>
            <a:br/>
            <a:r>
              <a:t>↓</a:t>
            </a:r>
            <a:br/>
            <a:r>
              <a:t>ML Models</a:t>
            </a:r>
            <a:br/>
            <a:r>
              <a:t>↓</a:t>
            </a:r>
            <a:br/>
            <a:r>
              <a:t>Prediction Engine</a:t>
            </a:r>
            <a:br/>
            <a:r>
              <a:t>↓</a:t>
            </a:r>
            <a:br/>
            <a:r>
              <a:t>Dashboard &amp;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• Nowcasting</a:t>
            </a:r>
            <a:br/>
            <a:r>
              <a:t>• Forecasting (15–30 min)</a:t>
            </a:r>
            <a:br/>
            <a:r>
              <a:t>• Flare Class Prediction</a:t>
            </a:r>
            <a:br/>
            <a:r>
              <a:t>• Probability Score</a:t>
            </a:r>
            <a:br/>
            <a:r>
              <a:t>• Visualization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Challenges:</a:t>
            </a:r>
            <a:br/>
            <a:r>
              <a:t>• Rare X-class events</a:t>
            </a:r>
            <a:br/>
            <a:r>
              <a:t>• Missing data</a:t>
            </a:r>
            <a:br/>
            <a:r>
              <a:t>• Dynamic range</a:t>
            </a:r>
            <a:br/>
            <a:br/>
            <a:r>
              <a:t>Mitigation:</a:t>
            </a:r>
            <a:br/>
            <a:r>
              <a:t>• Class weights/SMOTE</a:t>
            </a:r>
            <a:br/>
            <a:r>
              <a:t>• Interpolation</a:t>
            </a:r>
            <a:br/>
            <a:r>
              <a:t>• Ensemble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400"/>
            </a:pPr>
            <a:r>
              <a:t>Python</a:t>
            </a:r>
            <a:br/>
            <a:r>
              <a:t>TensorFlow/Keras</a:t>
            </a:r>
            <a:br/>
            <a:r>
              <a:t>Scikit-learn</a:t>
            </a:r>
            <a:br/>
            <a:r>
              <a:t>XGBoost</a:t>
            </a:r>
            <a:br/>
            <a:r>
              <a:t>Pandas</a:t>
            </a:r>
            <a:br/>
            <a:r>
              <a:t>NumPy</a:t>
            </a:r>
            <a:br/>
            <a:r>
              <a:t>FastAPI</a:t>
            </a:r>
            <a:br/>
            <a:r>
              <a:t>Plotly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